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9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4.xml"/><Relationship Id="rId22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 and that this is Review-1. Each member can introduce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project is a web system backed by a SQL database. It stores panel details and daily readings, then uses queries to show balance, efficiency, savings, alerts,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topics we will cover in Review-1.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point: there is no simple way for solar users to track their energy data, and doing it manually leads to poor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the five objectives in order: store, record, calculate, alert,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project matters to society: renewable energy, awareness, less wastage, cost saving, and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four types of feasibility: technical, economic, operational, and suitability for a DBMS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 is a simple DBMS-based solar monitoring system. Then explain the four supporting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course outcome is covered by a part of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list the technologies. Then walk through the flow from data entry to the dashboard. Note the alert rule: efficiency below 60%.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6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77316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15721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54126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 of Review-1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41732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69848" y="1664208"/>
            <a:ext cx="694944" cy="6949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File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634" y="1830994"/>
            <a:ext cx="361370" cy="361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38528" y="158191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192938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63440" y="1664208"/>
            <a:ext cx="694944" cy="6949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ExclamationTriang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226" y="1830994"/>
            <a:ext cx="361370" cy="3613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32120" y="158191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92938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41732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257032" y="1664208"/>
            <a:ext cx="694944" cy="6949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ulls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818" y="1830994"/>
            <a:ext cx="361370" cy="3613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25712" y="158191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92938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Objectives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288036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69848" y="3127248"/>
            <a:ext cx="694944" cy="6949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6634" y="3294034"/>
            <a:ext cx="361370" cy="3613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38528" y="304495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339242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Societal Need / 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288036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663440" y="3127248"/>
            <a:ext cx="694944" cy="6949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heckCirc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0226" y="3294034"/>
            <a:ext cx="361370" cy="3613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04495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39242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Feasibility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2" y="288036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57032" y="3127248"/>
            <a:ext cx="694944" cy="6949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818" y="3294034"/>
            <a:ext cx="361370" cy="36137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25712" y="304495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339242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Novelty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34340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69848" y="4590288"/>
            <a:ext cx="694944" cy="6949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aSitemap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6634" y="4757074"/>
            <a:ext cx="361370" cy="36137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38528" y="450799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38528" y="485546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CO Mapping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34340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663440" y="4590288"/>
            <a:ext cx="694944" cy="6949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aLaptopCod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0226" y="4757074"/>
            <a:ext cx="361370" cy="36137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532120" y="450799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85546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Technologies Used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8432" y="4343400"/>
            <a:ext cx="3310128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8257032" y="4590288"/>
            <a:ext cx="694944" cy="6949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aChartLin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818" y="4757074"/>
            <a:ext cx="361370" cy="36137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25712" y="4507992"/>
            <a:ext cx="2075688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485546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System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71600"/>
            <a:ext cx="6309360" cy="452628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43000" y="164592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64" y="182148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6459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06040"/>
            <a:ext cx="57150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The Solar Energy Management and Monitoring System is a database-based web application used to manage and monitor solar energy.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It stores solar panel details and daily energy readings in a SQL database.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It tracks energy generation, consumption, efficiency, savings, and alerts, and displays useful reports on a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37160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What the System Monitors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92024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680960" y="2011680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077" y="2125797"/>
            <a:ext cx="247253" cy="2472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760" y="192024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Energy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724912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80960" y="2816352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077" y="2930469"/>
            <a:ext cx="247253" cy="2472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60" y="2724912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Energy Consumption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529584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680960" y="3621024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Tachometer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077" y="3735141"/>
            <a:ext cx="247253" cy="2472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66760" y="3529584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Efficiency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334256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680960" y="442569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077" y="4539813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66760" y="4334256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5138928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680960" y="5230368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Be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077" y="5344485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66760" y="5138928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71600"/>
            <a:ext cx="10497312" cy="14173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97280" y="1645920"/>
            <a:ext cx="868680" cy="8686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Exclamation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763" y="185440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40280" y="1463040"/>
            <a:ext cx="8869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Solar energy users may not have a simple system to track generated energy, consumed energy, efficiency, savings, and low-performance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108960"/>
            <a:ext cx="3285744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15568" y="3337560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502152"/>
            <a:ext cx="356616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4160520"/>
            <a:ext cx="2737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No Simple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663440"/>
            <a:ext cx="27371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Generation, consumption, and savings are not tracked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7032" y="3108960"/>
            <a:ext cx="3285744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721352" y="3337560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Keybo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944" y="3502152"/>
            <a:ext cx="356616" cy="356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21352" y="4160520"/>
            <a:ext cx="2737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Manual Tracking is Difficult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352" y="4663440"/>
            <a:ext cx="27371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Recording daily readings by hand takes time and can cause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3108960"/>
            <a:ext cx="3285744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327136" y="3337560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728" y="3502152"/>
            <a:ext cx="356616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27136" y="4160520"/>
            <a:ext cx="2737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Poor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7136" y="4663440"/>
            <a:ext cx="27371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Low panel performance may go unnoticed without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71600"/>
            <a:ext cx="10497312" cy="74980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49047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371600"/>
            <a:ext cx="8412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store solar panel details in a database</a:t>
            </a:r>
          </a:p>
        </p:txBody>
      </p:sp>
      <p:pic>
        <p:nvPicPr>
          <p:cNvPr id="11" name="Picture 10" descr="FaDatabas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1536192"/>
            <a:ext cx="420624" cy="420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" y="2286000"/>
            <a:ext cx="10497312" cy="7498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24128" y="2404872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286000"/>
            <a:ext cx="8412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record daily generated and consumed energy</a:t>
            </a:r>
          </a:p>
        </p:txBody>
      </p:sp>
      <p:pic>
        <p:nvPicPr>
          <p:cNvPr id="15" name="Picture 14" descr="FaUserEdi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2450592"/>
            <a:ext cx="420624" cy="4206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41248" y="3200400"/>
            <a:ext cx="10497312" cy="74980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24128" y="331927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0400"/>
            <a:ext cx="8412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calculate energy balance, efficiency, and savings</a:t>
            </a:r>
          </a:p>
        </p:txBody>
      </p:sp>
      <p:pic>
        <p:nvPicPr>
          <p:cNvPr id="19" name="Picture 18" descr="FaCalculato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28" y="3364992"/>
            <a:ext cx="420624" cy="42062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41248" y="4114800"/>
            <a:ext cx="10497312" cy="7498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24128" y="4233672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4800"/>
            <a:ext cx="8412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generate alerts when efficiency is low</a:t>
            </a:r>
          </a:p>
        </p:txBody>
      </p:sp>
      <p:pic>
        <p:nvPicPr>
          <p:cNvPr id="23" name="Picture 22" descr="FaBell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4279392"/>
            <a:ext cx="420624" cy="42062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41248" y="5029200"/>
            <a:ext cx="10497312" cy="74980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24128" y="514807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029200"/>
            <a:ext cx="8412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display dashboard and reports using database queries</a:t>
            </a:r>
          </a:p>
        </p:txBody>
      </p:sp>
      <p:pic>
        <p:nvPicPr>
          <p:cNvPr id="27" name="Picture 26" descr="FaChartBar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5328" y="5193792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Societal Need / Motivation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463040"/>
            <a:ext cx="1894636" cy="4206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94206" y="2057400"/>
            <a:ext cx="1188720" cy="11887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499" y="2342692"/>
            <a:ext cx="618134" cy="618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4128" y="3611880"/>
            <a:ext cx="152887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Calibri"/>
              </a:rPr>
              <a:t>Promotes renewable energy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1916" y="1463040"/>
            <a:ext cx="1894636" cy="42062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44875" y="2057400"/>
            <a:ext cx="1188720" cy="11887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342692"/>
            <a:ext cx="618134" cy="6181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74796" y="3611880"/>
            <a:ext cx="152887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Calibri"/>
              </a:rPr>
              <a:t>Helps users understand solar energy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2585" y="1463040"/>
            <a:ext cx="1894636" cy="4206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95544" y="2057400"/>
            <a:ext cx="1188720" cy="11887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0836" y="2342692"/>
            <a:ext cx="618134" cy="6181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25465" y="3611880"/>
            <a:ext cx="152887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Calibri"/>
              </a:rPr>
              <a:t>Reduces energy wastage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254" y="1463040"/>
            <a:ext cx="1894636" cy="42062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646212" y="2057400"/>
            <a:ext cx="1188720" cy="11887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RupeeSig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505" y="2342692"/>
            <a:ext cx="618134" cy="6181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76134" y="3611880"/>
            <a:ext cx="152887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Calibri"/>
              </a:rPr>
              <a:t>Supports cost saving through monitoring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3923" y="1463040"/>
            <a:ext cx="1894636" cy="4206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96881" y="2057400"/>
            <a:ext cx="1188720" cy="11887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Seedling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2174" y="2342692"/>
            <a:ext cx="618134" cy="6181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26803" y="3611880"/>
            <a:ext cx="152887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Calibri"/>
              </a:rPr>
              <a:t>Encourages sustainable energy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71600"/>
            <a:ext cx="5088636" cy="21488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1288" y="1691640"/>
            <a:ext cx="868680" cy="8686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771" y="190012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04288" y="1691640"/>
            <a:ext cx="33512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Calibri"/>
              </a:rP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240280"/>
            <a:ext cx="33512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Built using HTML, CSS, JavaScript, FastAPI, and a SQL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371600"/>
            <a:ext cx="5088636" cy="2148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569964" y="1691640"/>
            <a:ext cx="868680" cy="8686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RupeeSig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447" y="190012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2964" y="1691640"/>
            <a:ext cx="33512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Calibri"/>
              </a:rPr>
              <a:t>Economic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964" y="2240280"/>
            <a:ext cx="33512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Uses simple and open-source tools, so there is no extra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794760"/>
            <a:ext cx="5088636" cy="2148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61288" y="4114800"/>
            <a:ext cx="868680" cy="8686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771" y="432328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4288" y="4114800"/>
            <a:ext cx="33512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Calibri"/>
              </a:rPr>
              <a:t>Operational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4663440"/>
            <a:ext cx="33512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Users can easily enter panel details and energy readings.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9924" y="3794760"/>
            <a:ext cx="5088636" cy="21488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569964" y="4114800"/>
            <a:ext cx="868680" cy="8686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GraduationC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447" y="4323283"/>
            <a:ext cx="451713" cy="4517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12964" y="4114800"/>
            <a:ext cx="33512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Calibri"/>
              </a:rPr>
              <a:t>Academic Suitability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2964" y="4663440"/>
            <a:ext cx="33512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Includes tables, SQL queries, reports, and backend integration, which suits a DBMS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 of the Project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029967" y="1874519"/>
            <a:ext cx="1371600" cy="1371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176272"/>
            <a:ext cx="768096" cy="768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52044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Simple DBMS-based Solar Monitoring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BDD7EE"/>
                </a:solidFill>
                <a:latin typeface="Calibri"/>
              </a:rPr>
              <a:t>One place to store, calculate, and view solar energy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0328" y="1371600"/>
            <a:ext cx="6428232" cy="9875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20640" y="1527048"/>
            <a:ext cx="676656" cy="6766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037" y="1689445"/>
            <a:ext cx="351861" cy="3518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1371600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Stores structured solar panel and energy reading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2551176"/>
            <a:ext cx="6428232" cy="9875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120640" y="2706624"/>
            <a:ext cx="676656" cy="67665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037" y="2869021"/>
            <a:ext cx="351861" cy="3518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2551176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Calculates efficiency and savings automatically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0328" y="3730752"/>
            <a:ext cx="6428232" cy="9875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120640" y="3886200"/>
            <a:ext cx="676656" cy="6766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037" y="4048597"/>
            <a:ext cx="351861" cy="3518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0" y="3730752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Generates low-efficiency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0328" y="4910328"/>
            <a:ext cx="6428232" cy="9875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120640" y="5065776"/>
            <a:ext cx="676656" cy="67665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hartBa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037" y="5228173"/>
            <a:ext cx="351861" cy="35186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35040" y="4910328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Provides dashboard and reports for easy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 Mapping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4562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912571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marL="164592" marR="164592" marT="45720" marB="45720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Mapping in the Project</a:t>
                      </a:r>
                    </a:p>
                  </a:txBody>
                  <a:tcPr marL="164592" marR="164592" marT="45720" marB="45720" anchor="ctr">
                    <a:solidFill>
                      <a:srgbClr val="00206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CO1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Database tables, normalized schema, SQL queries, joins, and reports</a:t>
                      </a:r>
                    </a:p>
                  </a:txBody>
                  <a:tcPr marL="164592" marR="164592" marT="45720" marB="45720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SQL vs NoSQL explanation page; shows why SQL is selected for structured solar data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CO3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FastAPI backend REST APIs, validation, and Swagger / OpenAPI docs</a:t>
                      </a:r>
                    </a:p>
                  </a:txBody>
                  <a:tcPr marL="164592" marR="164592" marT="45720" marB="45720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Backend service modules: users, panels, readings, alerts, and reports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CO5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Architecture page showing how the system can be divided into services like User Service, Energy Service, and Report Service</a:t>
                      </a:r>
                    </a:p>
                  </a:txBody>
                  <a:tcPr marL="164592" marR="164592" marT="45720" marB="45720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CO6</a:t>
                      </a:r>
                    </a:p>
                  </a:txBody>
                  <a:tcPr marL="164592" marR="164592" marT="45720" marB="45720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Docker file, full-stack demo, and frontend + backend + database integration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 and System 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2801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/>
              </a:rPr>
              <a:t>Technologies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28800"/>
            <a:ext cx="4343400" cy="6949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0120" y="1929384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Html5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626" y="2047890"/>
            <a:ext cx="256763" cy="256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883664"/>
            <a:ext cx="3429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Frontend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HTML, CSS, JavaScript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651760"/>
            <a:ext cx="4343400" cy="6949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60120" y="2752344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Pyth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626" y="2870850"/>
            <a:ext cx="256763" cy="2567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5920" y="2706624"/>
            <a:ext cx="3429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Backend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Python FastAPI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474720"/>
            <a:ext cx="4343400" cy="6949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60120" y="3575303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626" y="3693810"/>
            <a:ext cx="256763" cy="25676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3529584"/>
            <a:ext cx="3429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Database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SQLite / SQL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297680"/>
            <a:ext cx="4343400" cy="6949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0120" y="4398264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26" y="4516770"/>
            <a:ext cx="256763" cy="2567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45920" y="4352544"/>
            <a:ext cx="3429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API Documentation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Swagger / OpenAPI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120640"/>
            <a:ext cx="4343400" cy="6949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60120" y="5221224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626" y="5339730"/>
            <a:ext cx="256763" cy="25676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45920" y="5175503"/>
            <a:ext cx="3429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Development Tool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VS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28016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Times New Roman"/>
              </a:rPr>
              <a:t>System 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06440" y="2103120"/>
            <a:ext cx="0" cy="3429000"/>
          </a:xfrm>
          <a:prstGeom prst="line">
            <a:avLst/>
          </a:prstGeom>
          <a:ln w="25400">
            <a:solidFill>
              <a:srgbClr val="A9C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63640" y="1847088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77840" y="1883664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847088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enters solar panel details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532888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577840" y="2569464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32888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enters generated and consumed energy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218688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577840" y="3255264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218688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Backend stores data in the SQL database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904487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577840" y="3941063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904487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System calculates balance, efficiency, and savings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590288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577840" y="4626864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590288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If efficiency is below 60%, an alert is generated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276088"/>
            <a:ext cx="5074920" cy="530352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577840" y="5312664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76088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Dashboard displays reports and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